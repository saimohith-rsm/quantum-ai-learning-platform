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</a:defRPr>
            </a:pPr>
            <a:r>
              <a:t>QuantumAI: Interactive Quantum Algorithm Learning Platform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Democratizing Quantum Computing Education with Interactive 3D Visualizations, Real-Time Tensor Simulation, and an Embedded AI Tutor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41C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/>
            <a:r>
              <a:rPr b="1" sz="1200">
                <a:solidFill>
                  <a:srgbClr val="06B6D4"/>
                </a:solidFill>
              </a:rPr>
              <a:t>Problem Statement ID:      </a:t>
            </a:r>
            <a:r>
              <a:rPr b="0" sz="1200">
                <a:solidFill>
                  <a:srgbClr val="FFFFFF"/>
                </a:solidFill>
              </a:rPr>
              <a:t>26140                                              </a:t>
            </a:r>
            <a:r>
              <a:rPr b="1" sz="1200">
                <a:solidFill>
                  <a:srgbClr val="F59E0B"/>
                </a:solidFill>
              </a:rPr>
              <a:t>Theme:             </a:t>
            </a:r>
            <a:r>
              <a:rPr b="0" sz="1200">
                <a:solidFill>
                  <a:srgbClr val="FFFFFF"/>
                </a:solidFill>
              </a:rPr>
              <a:t>Smart Education
</a:t>
            </a:r>
          </a:p>
          <a:p>
            <a:r>
              <a:rPr b="1" sz="1200">
                <a:solidFill>
                  <a:srgbClr val="06B6D4"/>
                </a:solidFill>
              </a:rPr>
              <a:t>Problem Statement Title:   </a:t>
            </a:r>
            <a:r>
              <a:rPr b="0" sz="1200">
                <a:solidFill>
                  <a:srgbClr val="FFFFFF"/>
                </a:solidFill>
              </a:rPr>
              <a:t>AI-Based Interactive Quantum Algorithm Learning Platform </a:t>
            </a:r>
            <a:r>
              <a:rPr b="1" sz="1200">
                <a:solidFill>
                  <a:srgbClr val="F59E0B"/>
                </a:solidFill>
              </a:rPr>
              <a:t>Category:          </a:t>
            </a:r>
            <a:r>
              <a:rPr b="0" sz="1200">
                <a:solidFill>
                  <a:srgbClr val="FFFFFF"/>
                </a:solidFill>
              </a:rPr>
              <a:t>Software
</a:t>
            </a:r>
          </a:p>
          <a:p>
            <a:r>
              <a:rPr b="1" sz="1200">
                <a:solidFill>
                  <a:srgbClr val="06B6D4"/>
                </a:solidFill>
              </a:rPr>
              <a:t>Team Name:                 </a:t>
            </a:r>
            <a:r>
              <a:rPr b="0" sz="1200">
                <a:solidFill>
                  <a:srgbClr val="FFFFFF"/>
                </a:solidFill>
              </a:rPr>
              <a:t>Human X (Team ID: TEAM-186)                        </a:t>
            </a:r>
            <a:r>
              <a:rPr b="1" sz="1200">
                <a:solidFill>
                  <a:srgbClr val="F59E0B"/>
                </a:solidFill>
              </a:rPr>
              <a:t>Target Audience:   </a:t>
            </a:r>
            <a:r>
              <a:rPr b="0" sz="1200">
                <a:solidFill>
                  <a:srgbClr val="FFFFFF"/>
                </a:solidFill>
              </a:rPr>
              <a:t>Higher Education, Schools, STEM Researchers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PROBLEM #26140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Idea &amp; Proposed Solution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F87171"/>
                </a:solidFill>
              </a:defRPr>
            </a:pPr>
            <a:r>
              <a:t>🚨 The Problem &amp; Bottlenecks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High Mathematical Barrier: Quantum concepts (superposition, phase kickback, entanglement) are taught through heavy linear algebra and matrices, deterring 80%+ of STEM students.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Lack of Intuitive Visual Tools: Existing simulators either lack dynamic 3D visualizations or only show final probabilistic histograms without step-by-step gate evolution.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Absence of Intelligent Guidance: When circuits fail or algorithms yield wrong states, students receive no automated diagnostics or Socratic hints.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</a:defRPr>
            </a:pPr>
            <a:r>
              <a:t>• National Skill Gap: India's National Quantum Mission (NQM) requires 10,000+ quantum researchers, but universities lack accessible, zero-cost quantum lab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💡 Our Proposed Solution: QuantumAI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Multi-Qubit Visual Timeline: Drag-and-drop circuit canvas with a step scrubber that reveals exact statevector evolution at each gate instant.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Interactive 3D Bloch Sphere: Orbiting Three.js Bloch sphere mapping qubit state vectors, phase shifts, and state trajectories in real-time.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AI Quantum Tutor &amp; Bug Detective: Intelligent AI engine explaining quantum mechanics, diagnosing circuit bugs, and offering tiered Socratic hints.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Challenge Arena with Automated Fidelity Grading: Practice algorithmic quests (Bell States, Grover's Oracle, Teleportation) with instant test grading.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✔ Direct Qiskit &amp; OpenQASM 2.0 Export: Bridges visual learning to industry code, generating runnable IBM Qiskit 1.0+ Python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PROBLEM #26140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Implementation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41C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1. Frontend Tier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React 18 + Vite + Tailwind CSS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Timeline Canvas: Visual gate placement grid with instant reactive updates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3D Bloch Sphere: Three.js WebGL visualization with spherical coordinates (θ, φ)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Statevector Inspector: Complex amplitude bars, phase color wheels &amp; histograms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Gamification UI: XP counter, tiered badge unlock modal, and guided lesson player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41C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2. Quantum Engine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Python 3.12 + NumPy Tensor Math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Exact Simulation: Kronecker tensor product statevector evolution over 2^n space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Supported Gates: H, X, Y, Z, S, T, Phase, RX, RY, RZ, CNOT, CZ, SWAP, Toffoli (CCX)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Bloch Vector Mapping: Reduced density matrices &amp; partial trace per qubit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Monte Carlo Sampling: Configurable shot simulation (100–8192 shots)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41C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3. AI Tutor &amp; Persistence</a:t>
            </a:r>
          </a:p>
          <a:p>
            <a:pPr>
              <a:spcAft>
                <a:spcPts val="1200"/>
              </a:spcAft>
              <a:defRPr sz="1100">
                <a:solidFill>
                  <a:srgbClr val="94A3B8"/>
                </a:solidFill>
              </a:defRPr>
            </a:pPr>
            <a:r>
              <a:t>FastAPI + SQLite + SQLAlchemy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AI Tutor Engine: Context-aware circuit graph parser, bug detection &amp; explanation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Automated Grader: Quantum state fidelity inner product computation |⟨ψ_target|ψ⟩|²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SQLite Persistence: Users, saved circuits, learning progress, and challenge logs</a:t>
            </a:r>
          </a:p>
          <a:p>
            <a:pPr>
              <a:spcAft>
                <a:spcPts val="800"/>
              </a:spcAft>
              <a:defRPr sz="1100">
                <a:solidFill>
                  <a:srgbClr val="CBD5E1"/>
                </a:solidFill>
              </a:defRPr>
            </a:pPr>
            <a:r>
              <a:t>• 100% Offline Ready: Runs completely local without third-party API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PROBLEM #26140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Innovation &amp; Competitive Benchmarking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096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Features / Capabilities</a:t>
                      </a:r>
                    </a:p>
                  </a:txBody>
                  <a:tcPr>
                    <a:solidFill>
                      <a:srgbClr val="1E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IBM Quantum Composer</a:t>
                      </a:r>
                    </a:p>
                  </a:txBody>
                  <a:tcPr>
                    <a:solidFill>
                      <a:srgbClr val="1E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Quirk Simulator</a:t>
                      </a:r>
                    </a:p>
                  </a:txBody>
                  <a:tcPr>
                    <a:solidFill>
                      <a:srgbClr val="1E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Brilliant / Blackbird</a:t>
                      </a:r>
                    </a:p>
                  </a:txBody>
                  <a:tcPr>
                    <a:solidFill>
                      <a:srgbClr val="1E29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Our QuantumAI Platform</a:t>
                      </a:r>
                    </a:p>
                  </a:txBody>
                  <a:tcPr>
                    <a:solidFill>
                      <a:srgbClr val="1E294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Interactive 3D Bloch Sphere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Static / Separate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Basic 2D display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Pre-rendered / Static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⭐ Fully Interactive 3D (Three.js)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Embedded AI Tutor &amp; Bug Detector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Limited hints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⭐ Full Circuit Explainer &amp; Diagnostics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Automated Challenge Fidelity Grader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F87171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Multiple Choice Only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⭐ Exact Quantum Fidelity Testing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100% Offline / Zero-Cost Deployment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Requires Cloud / Account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Client-side only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Paid Subscription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⭐ 100% Free &amp; Fully Local Offline</a:t>
                      </a:r>
                    </a:p>
                  </a:txBody>
                  <a:tcPr>
                    <a:solidFill>
                      <a:srgbClr val="12193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Export to Real IBM Qiskit 1.0+ Code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Yes (Qiskit)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OpenQASM only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CBD5E1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⭐ Runnable Python Qiskit &amp; QASM</a:t>
                      </a:r>
                    </a:p>
                  </a:txBody>
                  <a:tcPr>
                    <a:solidFill>
                      <a:srgbClr val="0E142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41C3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🔑 Key Innovation Highlight: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Unlike static text-heavy courses, QuantumAI uses an active-recall pedagogical loop: Students build visual circuits, inspect real-time 3D Bloch evolution, receive AI Socratic diagnosis on errors, and validate solutions with automated state fidelity grading.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PROBLEM #26140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Testing &amp; Deployment Viability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✔ 100% Operational Prototype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Complete end-to-end working system already built, containerized, and passing 22/22 unit and integration tests with pytest.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698480" cy="105156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✔ Zero Cloud &amp; Hardware Cost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No expensive IBM QPU cloud fees or paid LLM APIs required for core operation. Runs comfortably on any standard college student laptop.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✔ High Performance &amp; Scalability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FastAPI backend handles tensor evaluations in milliseconds. Vite frontend renders 60 FPS 3D Bloch spheres via WebGL hardware acceleration.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✔ Plug-and-Play Launch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One-click deployment script (start_all.bat / tasks.json in VS Code) ensures effortless setup for professors and students.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SMART INDIA HACKATHON 2026 | PROBLEM #26140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Impact, National Relevance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06B6D4"/>
                </a:solidFill>
              </a:defRPr>
            </a:pPr>
            <a:r>
              <a:t>🇮🇳 Alignment with National Quantum Mission (NQM)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Workforce Readiness: Directly supports India's NQM mandate to train 10,000+ quantum researchers and developers across Tier-1, 2, and 3 universities.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Bridging Education Inequality: Requires only a web browser, allowing government colleges and rural institutions to teach cutting-edge quantum science with zero licensing fees.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Industry Bridge: Exports production-grade IBM Qiskit Python code, making learners immediately employable in quantum research labs.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</a:defRPr>
            </a:pPr>
            <a:r>
              <a:t>• Interactive STEM Pedagogy: Implements NEP 2020 experiential learning guidelines through gamified problem-solving quests.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41C3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500" b="1">
                <a:solidFill>
                  <a:srgbClr val="F59E0B"/>
                </a:solidFill>
              </a:defRPr>
            </a:pPr>
            <a:r>
              <a:t>🗺️ Development Roadmap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10B981"/>
                </a:solidFill>
              </a:rPr>
              <a:t>Phase 1: Working Prototype (COMPLETED)
</a:t>
            </a:r>
            <a:r>
              <a:rPr sz="1100">
                <a:solidFill>
                  <a:srgbClr val="CBD5E1"/>
                </a:solidFill>
              </a:rPr>
              <a:t>Visual circuit timeline, exact statevector engine, 3D Bloch sphere, AI tutor &amp; 22 unit tests.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</a:rPr>
              <a:t>Phase 2: Real Hardware &amp; Cloud Execution
</a:t>
            </a:r>
            <a:r>
              <a:rPr sz="1100">
                <a:solidFill>
                  <a:srgbClr val="CBD5E1"/>
                </a:solidFill>
              </a:rPr>
              <a:t>Direct API integration with IBM Quantum cloud and AWS Braket to dispatch circuits to real physical superconducting QPUs.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</a:rPr>
              <a:t>Phase 3: Multi-Language Vernacular Support
</a:t>
            </a:r>
            <a:r>
              <a:rPr sz="1100">
                <a:solidFill>
                  <a:srgbClr val="CBD5E1"/>
                </a:solidFill>
              </a:rPr>
              <a:t>Expanding curriculum &amp; AI Tutor to support Hindi, Tamil, Telugu, and other regional Indian languages.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59E0B"/>
                </a:solidFill>
              </a:rPr>
              <a:t>Phase 4: Advanced Quantum Algorithms
</a:t>
            </a:r>
            <a:r>
              <a:rPr sz="1100">
                <a:solidFill>
                  <a:srgbClr val="CBD5E1"/>
                </a:solidFill>
              </a:rPr>
              <a:t>Interactive modules for Quantum Approximate Optimization (QAOA), Variational Quantum Eigensolver (VQE), and Quantum Machine Learning (QML).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